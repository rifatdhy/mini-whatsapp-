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Master" Target="slideMasters/slideMaster1.xml"/></Relationships>
</file>

<file path=ppt/slideLayouts/_rels/slideLayout1.xml.rels><?xml version="1.0" encoding="UTF-8" standalone="yes"?>
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_rels/slide4.xml.rels><?xml version="1.0" encoding="UTF-8" standalone="yes"?>
<Relationships xmlns="http://schemas.openxmlformats.org/package/2006/relationships"/>
</file>

<file path=ppt/slides/_rels/slide5.xml.rels><?xml version="1.0" encoding="UTF-8" standalone="yes"?>
<Relationships xmlns="http://schemas.openxmlformats.org/package/2006/relationships"/>
</file>

<file path=ppt/slides/_rels/slide6.xml.rels><?xml version="1.0" encoding="UTF-8" standalone="yes"?>
<Relationships xmlns="http://schemas.openxmlformats.org/package/2006/relationships"/>
</file>

<file path=ppt/slides/_rels/slide7.xml.rels><?xml version="1.0" encoding="UTF-8" standalone="yes"?>
<Relationships xmlns="http://schemas.openxmlformats.org/package/2006/relationships"/>
</file>

<file path=ppt/slides/_rels/slide8.xml.rels><?xml version="1.0" encoding="UTF-8" standalone="yes"?>
<Relationships xmlns="http://schemas.openxmlformats.org/package/2006/relationships"/>
</file>

<file path=ppt/slides/_rels/slide9.xml.rels><?xml version="1.0" encoding="UTF-8" standalone="yes"?>
<Relationships xmlns="http://schemas.openxmlformats.org/package/2006/relationships"/>
</file>

<file path=ppt/slides/_rels/slide10.xml.rels><?xml version="1.0" encoding="UTF-8" standalone="yes"?>
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850000" y="620000"/>
            <a:ext cx="10500000" cy="850000"/>
          </a:xfrm>
          <a:prstGeom prst="rect">
            <a:avLst/>
          </a:prstGeom>
        </p:spPr>
        <p:txBody>
          <a:bodyPr/>
          <a:lstStyle/>
          <a:p>
            <a:r>
              <a:rPr lang="id-ID" sz="4050" b="1">
                <a:solidFill>
                  <a:srgbClr val="0F172A"/>
                </a:solidFill>
              </a:rPr>
              <a:t>Multi-Client Chat Application</a:t>
            </a:r>
          </a:p>
        </p:txBody>
      </p:sp>
      <p:sp>
        <p:nvSpPr>
          <p:cNvPr id="10" name="Bullet"/>
          <p:cNvSpPr/>
          <p:nvPr/>
        </p:nvSpPr>
        <p:spPr>
          <a:xfrm>
            <a:off x="1150000" y="185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Using Java Socket Programming</a:t>
            </a:r>
          </a:p>
        </p:txBody>
      </p:sp>
      <p:sp>
        <p:nvSpPr>
          <p:cNvPr id="11" name="Bullet"/>
          <p:cNvSpPr/>
          <p:nvPr/>
        </p:nvSpPr>
        <p:spPr>
          <a:xfrm>
            <a:off x="1150000" y="241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Mata Kuliah: Distributed System</a:t>
            </a:r>
          </a:p>
        </p:txBody>
      </p:sp>
      <p:sp>
        <p:nvSpPr>
          <p:cNvPr id="12" name="Bullet"/>
          <p:cNvSpPr/>
          <p:nvPr/>
        </p:nvSpPr>
        <p:spPr>
          <a:xfrm>
            <a:off x="1150000" y="297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Kelompok: Halimatuz Z dan anggota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850000" y="620000"/>
            <a:ext cx="10500000" cy="850000"/>
          </a:xfrm>
          <a:prstGeom prst="rect">
            <a:avLst/>
          </a:prstGeom>
        </p:spPr>
        <p:txBody>
          <a:bodyPr/>
          <a:lstStyle/>
          <a:p>
            <a:r>
              <a:rPr lang="id-ID" sz="4050" b="1">
                <a:solidFill>
                  <a:srgbClr val="0F172A"/>
                </a:solidFill>
              </a:rPr>
              <a:t>Tujuan Project</a:t>
            </a:r>
          </a:p>
        </p:txBody>
      </p:sp>
      <p:sp>
        <p:nvSpPr>
          <p:cNvPr id="10" name="Bullet"/>
          <p:cNvSpPr/>
          <p:nvPr/>
        </p:nvSpPr>
        <p:spPr>
          <a:xfrm>
            <a:off x="1150000" y="185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Membuat aplikasi chat dengan arsitektur client-server.</a:t>
            </a:r>
          </a:p>
        </p:txBody>
      </p:sp>
      <p:sp>
        <p:nvSpPr>
          <p:cNvPr id="11" name="Bullet"/>
          <p:cNvSpPr/>
          <p:nvPr/>
        </p:nvSpPr>
        <p:spPr>
          <a:xfrm>
            <a:off x="1150000" y="241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Server menangani banyak client secara bersamaan.</a:t>
            </a:r>
          </a:p>
        </p:txBody>
      </p:sp>
      <p:sp>
        <p:nvSpPr>
          <p:cNvPr id="12" name="Bullet"/>
          <p:cNvSpPr/>
          <p:nvPr/>
        </p:nvSpPr>
        <p:spPr>
          <a:xfrm>
            <a:off x="1150000" y="297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Pesan diterima client lain secara real-time.</a:t>
            </a:r>
          </a:p>
        </p:txBody>
      </p:sp>
      <p:sp>
        <p:nvSpPr>
          <p:cNvPr id="13" name="Bullet"/>
          <p:cNvSpPr/>
          <p:nvPr/>
        </p:nvSpPr>
        <p:spPr>
          <a:xfrm>
            <a:off x="1150000" y="353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Client memakai GUI sederhana dan mudah digunakan.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850000" y="620000"/>
            <a:ext cx="10500000" cy="850000"/>
          </a:xfrm>
          <a:prstGeom prst="rect">
            <a:avLst/>
          </a:prstGeom>
        </p:spPr>
        <p:txBody>
          <a:bodyPr/>
          <a:lstStyle/>
          <a:p>
            <a:r>
              <a:rPr lang="id-ID" sz="4050" b="1">
                <a:solidFill>
                  <a:srgbClr val="0F172A"/>
                </a:solidFill>
              </a:rPr>
              <a:t>Teknologi</a:t>
            </a:r>
          </a:p>
        </p:txBody>
      </p:sp>
      <p:sp>
        <p:nvSpPr>
          <p:cNvPr id="10" name="Bullet"/>
          <p:cNvSpPr/>
          <p:nvPr/>
        </p:nvSpPr>
        <p:spPr>
          <a:xfrm>
            <a:off x="1150000" y="185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Java JDK 8 atau lebih baru.</a:t>
            </a:r>
          </a:p>
        </p:txBody>
      </p:sp>
      <p:sp>
        <p:nvSpPr>
          <p:cNvPr id="11" name="Bullet"/>
          <p:cNvSpPr/>
          <p:nvPr/>
        </p:nvSpPr>
        <p:spPr>
          <a:xfrm>
            <a:off x="1150000" y="241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ServerSocket dan Socket dari java.net.</a:t>
            </a:r>
          </a:p>
        </p:txBody>
      </p:sp>
      <p:sp>
        <p:nvSpPr>
          <p:cNvPr id="12" name="Bullet"/>
          <p:cNvSpPr/>
          <p:nvPr/>
        </p:nvSpPr>
        <p:spPr>
          <a:xfrm>
            <a:off x="1150000" y="297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BufferedReader dan BufferedWriter dari java.io.</a:t>
            </a:r>
          </a:p>
        </p:txBody>
      </p:sp>
      <p:sp>
        <p:nvSpPr>
          <p:cNvPr id="13" name="Bullet"/>
          <p:cNvSpPr/>
          <p:nvPr/>
        </p:nvSpPr>
        <p:spPr>
          <a:xfrm>
            <a:off x="1150000" y="353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javax.swing untuk user interface client.</a:t>
            </a:r>
          </a:p>
        </p:txBody>
      </p:sp>
      <p:sp>
        <p:nvSpPr>
          <p:cNvPr id="14" name="Bullet"/>
          <p:cNvSpPr/>
          <p:nvPr/>
        </p:nvSpPr>
        <p:spPr>
          <a:xfrm>
            <a:off x="1150000" y="409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Multithreading untuk simultaneous clients.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850000" y="620000"/>
            <a:ext cx="10500000" cy="850000"/>
          </a:xfrm>
          <a:prstGeom prst="rect">
            <a:avLst/>
          </a:prstGeom>
        </p:spPr>
        <p:txBody>
          <a:bodyPr/>
          <a:lstStyle/>
          <a:p>
            <a:r>
              <a:rPr lang="id-ID" sz="4050" b="1">
                <a:solidFill>
                  <a:srgbClr val="0F172A"/>
                </a:solidFill>
              </a:rPr>
              <a:t>Arsitektur Sistem</a:t>
            </a:r>
          </a:p>
        </p:txBody>
      </p:sp>
      <p:sp>
        <p:nvSpPr>
          <p:cNvPr id="10" name="Bullet"/>
          <p:cNvSpPr/>
          <p:nvPr/>
        </p:nvSpPr>
        <p:spPr>
          <a:xfrm>
            <a:off x="1150000" y="185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Client GUI membuat koneksi Socket ke server.</a:t>
            </a:r>
          </a:p>
        </p:txBody>
      </p:sp>
      <p:sp>
        <p:nvSpPr>
          <p:cNvPr id="11" name="Bullet"/>
          <p:cNvSpPr/>
          <p:nvPr/>
        </p:nvSpPr>
        <p:spPr>
          <a:xfrm>
            <a:off x="1150000" y="241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ServerSocket menerima koneksi pada port 5000.</a:t>
            </a:r>
          </a:p>
        </p:txBody>
      </p:sp>
      <p:sp>
        <p:nvSpPr>
          <p:cNvPr id="12" name="Bullet"/>
          <p:cNvSpPr/>
          <p:nvPr/>
        </p:nvSpPr>
        <p:spPr>
          <a:xfrm>
            <a:off x="1150000" y="297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Setiap client ditangani oleh ClientHandler thread.</a:t>
            </a:r>
          </a:p>
        </p:txBody>
      </p:sp>
      <p:sp>
        <p:nvSpPr>
          <p:cNvPr id="13" name="Bullet"/>
          <p:cNvSpPr/>
          <p:nvPr/>
        </p:nvSpPr>
        <p:spPr>
          <a:xfrm>
            <a:off x="1150000" y="353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Server membroadcast pesan ke semua client lain.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850000" y="620000"/>
            <a:ext cx="10500000" cy="850000"/>
          </a:xfrm>
          <a:prstGeom prst="rect">
            <a:avLst/>
          </a:prstGeom>
        </p:spPr>
        <p:txBody>
          <a:bodyPr/>
          <a:lstStyle/>
          <a:p>
            <a:r>
              <a:rPr lang="id-ID" sz="4050" b="1">
                <a:solidFill>
                  <a:srgbClr val="0F172A"/>
                </a:solidFill>
              </a:rPr>
              <a:t>Alur Server</a:t>
            </a:r>
          </a:p>
        </p:txBody>
      </p:sp>
      <p:sp>
        <p:nvSpPr>
          <p:cNvPr id="10" name="Bullet"/>
          <p:cNvSpPr/>
          <p:nvPr/>
        </p:nvSpPr>
        <p:spPr>
          <a:xfrm>
            <a:off x="1150000" y="185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Server membuka port 5000.</a:t>
            </a:r>
          </a:p>
        </p:txBody>
      </p:sp>
      <p:sp>
        <p:nvSpPr>
          <p:cNvPr id="11" name="Bullet"/>
          <p:cNvSpPr/>
          <p:nvPr/>
        </p:nvSpPr>
        <p:spPr>
          <a:xfrm>
            <a:off x="1150000" y="241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Server menunggu koneksi dengan accept().</a:t>
            </a:r>
          </a:p>
        </p:txBody>
      </p:sp>
      <p:sp>
        <p:nvSpPr>
          <p:cNvPr id="12" name="Bullet"/>
          <p:cNvSpPr/>
          <p:nvPr/>
        </p:nvSpPr>
        <p:spPr>
          <a:xfrm>
            <a:off x="1150000" y="297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Client baru ditambahkan ke daftar clients.</a:t>
            </a:r>
          </a:p>
        </p:txBody>
      </p:sp>
      <p:sp>
        <p:nvSpPr>
          <p:cNvPr id="13" name="Bullet"/>
          <p:cNvSpPr/>
          <p:nvPr/>
        </p:nvSpPr>
        <p:spPr>
          <a:xfrm>
            <a:off x="1150000" y="353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ClientHandler membaca pesan dari client.</a:t>
            </a:r>
          </a:p>
        </p:txBody>
      </p:sp>
      <p:sp>
        <p:nvSpPr>
          <p:cNvPr id="14" name="Bullet"/>
          <p:cNvSpPr/>
          <p:nvPr/>
        </p:nvSpPr>
        <p:spPr>
          <a:xfrm>
            <a:off x="1150000" y="409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Server meneruskan pesan ke client lain.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850000" y="620000"/>
            <a:ext cx="10500000" cy="850000"/>
          </a:xfrm>
          <a:prstGeom prst="rect">
            <a:avLst/>
          </a:prstGeom>
        </p:spPr>
        <p:txBody>
          <a:bodyPr/>
          <a:lstStyle/>
          <a:p>
            <a:r>
              <a:rPr lang="id-ID" sz="4050" b="1">
                <a:solidFill>
                  <a:srgbClr val="0F172A"/>
                </a:solidFill>
              </a:rPr>
              <a:t>Alur Client</a:t>
            </a:r>
          </a:p>
        </p:txBody>
      </p:sp>
      <p:sp>
        <p:nvSpPr>
          <p:cNvPr id="10" name="Bullet"/>
          <p:cNvSpPr/>
          <p:nvPr/>
        </p:nvSpPr>
        <p:spPr>
          <a:xfrm>
            <a:off x="1150000" y="185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Client mengisi host, port, dan username.</a:t>
            </a:r>
          </a:p>
        </p:txBody>
      </p:sp>
      <p:sp>
        <p:nvSpPr>
          <p:cNvPr id="11" name="Bullet"/>
          <p:cNvSpPr/>
          <p:nvPr/>
        </p:nvSpPr>
        <p:spPr>
          <a:xfrm>
            <a:off x="1150000" y="241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Client tersambung ke server dengan Socket.</a:t>
            </a:r>
          </a:p>
        </p:txBody>
      </p:sp>
      <p:sp>
        <p:nvSpPr>
          <p:cNvPr id="12" name="Bullet"/>
          <p:cNvSpPr/>
          <p:nvPr/>
        </p:nvSpPr>
        <p:spPr>
          <a:xfrm>
            <a:off x="1150000" y="297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User mengetik pesan pada text field.</a:t>
            </a:r>
          </a:p>
        </p:txBody>
      </p:sp>
      <p:sp>
        <p:nvSpPr>
          <p:cNvPr id="13" name="Bullet"/>
          <p:cNvSpPr/>
          <p:nvPr/>
        </p:nvSpPr>
        <p:spPr>
          <a:xfrm>
            <a:off x="1150000" y="353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Tombol Send atau Enter mengirim pesan.</a:t>
            </a:r>
          </a:p>
        </p:txBody>
      </p:sp>
      <p:sp>
        <p:nvSpPr>
          <p:cNvPr id="14" name="Bullet"/>
          <p:cNvSpPr/>
          <p:nvPr/>
        </p:nvSpPr>
        <p:spPr>
          <a:xfrm>
            <a:off x="1150000" y="409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Listener thread menerima pesan dari server.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850000" y="620000"/>
            <a:ext cx="10500000" cy="850000"/>
          </a:xfrm>
          <a:prstGeom prst="rect">
            <a:avLst/>
          </a:prstGeom>
        </p:spPr>
        <p:txBody>
          <a:bodyPr/>
          <a:lstStyle/>
          <a:p>
            <a:r>
              <a:rPr lang="id-ID" sz="4050" b="1">
                <a:solidFill>
                  <a:srgbClr val="0F172A"/>
                </a:solidFill>
              </a:rPr>
              <a:t>Struktur Kode</a:t>
            </a:r>
          </a:p>
        </p:txBody>
      </p:sp>
      <p:sp>
        <p:nvSpPr>
          <p:cNvPr id="10" name="Bullet"/>
          <p:cNvSpPr/>
          <p:nvPr/>
        </p:nvSpPr>
        <p:spPr>
          <a:xfrm>
            <a:off x="1150000" y="185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ChatServer.java: server, daftar client, dan broadcast.</a:t>
            </a:r>
          </a:p>
        </p:txBody>
      </p:sp>
      <p:sp>
        <p:nvSpPr>
          <p:cNvPr id="11" name="Bullet"/>
          <p:cNvSpPr/>
          <p:nvPr/>
        </p:nvSpPr>
        <p:spPr>
          <a:xfrm>
            <a:off x="1150000" y="241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ClientHandler: thread untuk setiap client.</a:t>
            </a:r>
          </a:p>
        </p:txBody>
      </p:sp>
      <p:sp>
        <p:nvSpPr>
          <p:cNvPr id="12" name="Bullet"/>
          <p:cNvSpPr/>
          <p:nvPr/>
        </p:nvSpPr>
        <p:spPr>
          <a:xfrm>
            <a:off x="1150000" y="297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ChatClient.java: GUI Swing, send, dan receive.</a:t>
            </a:r>
          </a:p>
        </p:txBody>
      </p:sp>
      <p:sp>
        <p:nvSpPr>
          <p:cNvPr id="13" name="Bullet"/>
          <p:cNvSpPr/>
          <p:nvPr/>
        </p:nvSpPr>
        <p:spPr>
          <a:xfrm>
            <a:off x="1150000" y="353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compile.bat, run-server.bat, run-client.bat untuk menjalankan demo.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850000" y="620000"/>
            <a:ext cx="10500000" cy="850000"/>
          </a:xfrm>
          <a:prstGeom prst="rect">
            <a:avLst/>
          </a:prstGeom>
        </p:spPr>
        <p:txBody>
          <a:bodyPr/>
          <a:lstStyle/>
          <a:p>
            <a:r>
              <a:rPr lang="id-ID" sz="4050" b="1">
                <a:solidFill>
                  <a:srgbClr val="0F172A"/>
                </a:solidFill>
              </a:rPr>
              <a:t>User Interface</a:t>
            </a:r>
          </a:p>
        </p:txBody>
      </p:sp>
      <p:sp>
        <p:nvSpPr>
          <p:cNvPr id="10" name="Bullet"/>
          <p:cNvSpPr/>
          <p:nvPr/>
        </p:nvSpPr>
        <p:spPr>
          <a:xfrm>
            <a:off x="1150000" y="185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Conversation history memakai JTextArea.</a:t>
            </a:r>
          </a:p>
        </p:txBody>
      </p:sp>
      <p:sp>
        <p:nvSpPr>
          <p:cNvPr id="11" name="Bullet"/>
          <p:cNvSpPr/>
          <p:nvPr/>
        </p:nvSpPr>
        <p:spPr>
          <a:xfrm>
            <a:off x="1150000" y="241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Input pesan memakai JTextField.</a:t>
            </a:r>
          </a:p>
        </p:txBody>
      </p:sp>
      <p:sp>
        <p:nvSpPr>
          <p:cNvPr id="12" name="Bullet"/>
          <p:cNvSpPr/>
          <p:nvPr/>
        </p:nvSpPr>
        <p:spPr>
          <a:xfrm>
            <a:off x="1150000" y="297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Tombol Send memakai JButton.</a:t>
            </a:r>
          </a:p>
        </p:txBody>
      </p:sp>
      <p:sp>
        <p:nvSpPr>
          <p:cNvPr id="13" name="Bullet"/>
          <p:cNvSpPr/>
          <p:nvPr/>
        </p:nvSpPr>
        <p:spPr>
          <a:xfrm>
            <a:off x="1150000" y="353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Auto-scroll ke pesan terbaru.</a:t>
            </a:r>
          </a:p>
        </p:txBody>
      </p:sp>
      <p:sp>
        <p:nvSpPr>
          <p:cNvPr id="14" name="Bullet"/>
          <p:cNvSpPr/>
          <p:nvPr/>
        </p:nvSpPr>
        <p:spPr>
          <a:xfrm>
            <a:off x="1150000" y="409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Status koneksi ditampilkan di bagian atas.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850000" y="620000"/>
            <a:ext cx="10500000" cy="850000"/>
          </a:xfrm>
          <a:prstGeom prst="rect">
            <a:avLst/>
          </a:prstGeom>
        </p:spPr>
        <p:txBody>
          <a:bodyPr/>
          <a:lstStyle/>
          <a:p>
            <a:r>
              <a:rPr lang="id-ID" sz="4050" b="1">
                <a:solidFill>
                  <a:srgbClr val="0F172A"/>
                </a:solidFill>
              </a:rPr>
              <a:t>Skenario Demo</a:t>
            </a:r>
          </a:p>
        </p:txBody>
      </p:sp>
      <p:sp>
        <p:nvSpPr>
          <p:cNvPr id="10" name="Bullet"/>
          <p:cNvSpPr/>
          <p:nvPr/>
        </p:nvSpPr>
        <p:spPr>
          <a:xfrm>
            <a:off x="1150000" y="185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Jalankan compile.bat.</a:t>
            </a:r>
          </a:p>
        </p:txBody>
      </p:sp>
      <p:sp>
        <p:nvSpPr>
          <p:cNvPr id="11" name="Bullet"/>
          <p:cNvSpPr/>
          <p:nvPr/>
        </p:nvSpPr>
        <p:spPr>
          <a:xfrm>
            <a:off x="1150000" y="241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Jalankan run-server.bat.</a:t>
            </a:r>
          </a:p>
        </p:txBody>
      </p:sp>
      <p:sp>
        <p:nvSpPr>
          <p:cNvPr id="12" name="Bullet"/>
          <p:cNvSpPr/>
          <p:nvPr/>
        </p:nvSpPr>
        <p:spPr>
          <a:xfrm>
            <a:off x="1150000" y="297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Jalankan run-client.bat beberapa kali.</a:t>
            </a:r>
          </a:p>
        </p:txBody>
      </p:sp>
      <p:sp>
        <p:nvSpPr>
          <p:cNvPr id="13" name="Bullet"/>
          <p:cNvSpPr/>
          <p:nvPr/>
        </p:nvSpPr>
        <p:spPr>
          <a:xfrm>
            <a:off x="1150000" y="353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Gunakan username berbeda.</a:t>
            </a:r>
          </a:p>
        </p:txBody>
      </p:sp>
      <p:sp>
        <p:nvSpPr>
          <p:cNvPr id="14" name="Bullet"/>
          <p:cNvSpPr/>
          <p:nvPr/>
        </p:nvSpPr>
        <p:spPr>
          <a:xfrm>
            <a:off x="1150000" y="409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Kirim pesan dan lihat broadcast pada client lain.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850000" y="620000"/>
            <a:ext cx="10500000" cy="850000"/>
          </a:xfrm>
          <a:prstGeom prst="rect">
            <a:avLst/>
          </a:prstGeom>
        </p:spPr>
        <p:txBody>
          <a:bodyPr/>
          <a:lstStyle/>
          <a:p>
            <a:r>
              <a:rPr lang="id-ID" sz="4050" b="1">
                <a:solidFill>
                  <a:srgbClr val="0F172A"/>
                </a:solidFill>
              </a:rPr>
              <a:t>Kesimpulan</a:t>
            </a:r>
          </a:p>
        </p:txBody>
      </p:sp>
      <p:sp>
        <p:nvSpPr>
          <p:cNvPr id="10" name="Bullet"/>
          <p:cNvSpPr/>
          <p:nvPr/>
        </p:nvSpPr>
        <p:spPr>
          <a:xfrm>
            <a:off x="1150000" y="185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Aplikasi menerapkan distributed system sederhana.</a:t>
            </a:r>
          </a:p>
        </p:txBody>
      </p:sp>
      <p:sp>
        <p:nvSpPr>
          <p:cNvPr id="11" name="Bullet"/>
          <p:cNvSpPr/>
          <p:nvPr/>
        </p:nvSpPr>
        <p:spPr>
          <a:xfrm>
            <a:off x="1150000" y="241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Komunikasi dilakukan dengan socket.</a:t>
            </a:r>
          </a:p>
        </p:txBody>
      </p:sp>
      <p:sp>
        <p:nvSpPr>
          <p:cNvPr id="12" name="Bullet"/>
          <p:cNvSpPr/>
          <p:nvPr/>
        </p:nvSpPr>
        <p:spPr>
          <a:xfrm>
            <a:off x="1150000" y="297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Multithreading membuat server melayani banyak client.</a:t>
            </a:r>
          </a:p>
        </p:txBody>
      </p:sp>
      <p:sp>
        <p:nvSpPr>
          <p:cNvPr id="13" name="Bullet"/>
          <p:cNvSpPr/>
          <p:nvPr/>
        </p:nvSpPr>
        <p:spPr>
          <a:xfrm>
            <a:off x="1150000" y="3530000"/>
            <a:ext cx="9800000" cy="430000"/>
          </a:xfrm>
          <a:prstGeom prst="rect">
            <a:avLst/>
          </a:prstGeom>
        </p:spPr>
        <p:txBody>
          <a:bodyPr/>
          <a:lstStyle/>
          <a:p>
            <a:pPr marL="342900" indent="-228600">
              <a:buChar char="•"/>
            </a:pPr>
            <a:r>
              <a:rPr lang="id-ID" sz="2350"/>
              <a:t>GUI Swing membuat aplikasi mudah digunakan.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Simple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59669"/>
      </a:accent2>
      <a:accent3>
        <a:srgbClr val="DC2626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Simple">
      <a:majorFont>
        <a:latin typeface="Aptos Display"/>
      </a:majorFont>
      <a:minorFont>
        <a:latin typeface="Aptos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UTS Distributed System Chat Presentation</dc:title>
  <dc:creator>Codex</dc:creator>
</cp:coreProperties>
</file>